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69" r:id="rId5"/>
    <p:sldId id="270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75C63-F1F2-02A2-5C17-9ADAB4249246}" v="961" dt="2026-05-08T10:50:53.957"/>
    <p1510:client id="{F817D6D9-3DDC-DE22-470A-520EB04E7455}" v="942" dt="2026-05-08T07:33:29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Павле Шаренац" userId="S::sp253068m@student.etf.bg.ac.rs::ea9105c2-3c50-454d-83e2-4c0554f2ca3d" providerId="AD" clId="Web-{B0975C63-F1F2-02A2-5C17-9ADAB4249246}"/>
    <pc:docChg chg="addSld delSld modSld">
      <pc:chgData name="Павле Шаренац" userId="S::sp253068m@student.etf.bg.ac.rs::ea9105c2-3c50-454d-83e2-4c0554f2ca3d" providerId="AD" clId="Web-{B0975C63-F1F2-02A2-5C17-9ADAB4249246}" dt="2026-05-08T10:50:53.957" v="960" actId="20577"/>
      <pc:docMkLst>
        <pc:docMk/>
      </pc:docMkLst>
      <pc:sldChg chg="modSp">
        <pc:chgData name="Павле Шаренац" userId="S::sp253068m@student.etf.bg.ac.rs::ea9105c2-3c50-454d-83e2-4c0554f2ca3d" providerId="AD" clId="Web-{B0975C63-F1F2-02A2-5C17-9ADAB4249246}" dt="2026-05-08T07:49:53.465" v="40" actId="20577"/>
        <pc:sldMkLst>
          <pc:docMk/>
          <pc:sldMk cId="3989508972" sldId="256"/>
        </pc:sldMkLst>
        <pc:spChg chg="mod">
          <ac:chgData name="Павле Шаренац" userId="S::sp253068m@student.etf.bg.ac.rs::ea9105c2-3c50-454d-83e2-4c0554f2ca3d" providerId="AD" clId="Web-{B0975C63-F1F2-02A2-5C17-9ADAB4249246}" dt="2026-05-08T07:49:53.465" v="40" actId="20577"/>
          <ac:spMkLst>
            <pc:docMk/>
            <pc:sldMk cId="3989508972" sldId="256"/>
            <ac:spMk id="8" creationId="{0ED3FEAF-AA2B-EBFD-8768-534DD9C17FD9}"/>
          </ac:spMkLst>
        </pc:spChg>
      </pc:sldChg>
      <pc:sldChg chg="modSp">
        <pc:chgData name="Павле Шаренац" userId="S::sp253068m@student.etf.bg.ac.rs::ea9105c2-3c50-454d-83e2-4c0554f2ca3d" providerId="AD" clId="Web-{B0975C63-F1F2-02A2-5C17-9ADAB4249246}" dt="2026-05-08T08:00:30.357" v="365" actId="20577"/>
        <pc:sldMkLst>
          <pc:docMk/>
          <pc:sldMk cId="2029014340" sldId="267"/>
        </pc:sldMkLst>
        <pc:spChg chg="mod">
          <ac:chgData name="Павле Шаренац" userId="S::sp253068m@student.etf.bg.ac.rs::ea9105c2-3c50-454d-83e2-4c0554f2ca3d" providerId="AD" clId="Web-{B0975C63-F1F2-02A2-5C17-9ADAB4249246}" dt="2026-05-08T07:50:09.746" v="44" actId="20577"/>
          <ac:spMkLst>
            <pc:docMk/>
            <pc:sldMk cId="2029014340" sldId="267"/>
            <ac:spMk id="2" creationId="{0CF630A4-40E8-4746-536A-17978E9D85E1}"/>
          </ac:spMkLst>
        </pc:spChg>
        <pc:spChg chg="mod">
          <ac:chgData name="Павле Шаренац" userId="S::sp253068m@student.etf.bg.ac.rs::ea9105c2-3c50-454d-83e2-4c0554f2ca3d" providerId="AD" clId="Web-{B0975C63-F1F2-02A2-5C17-9ADAB4249246}" dt="2026-05-08T08:00:30.357" v="365" actId="20577"/>
          <ac:spMkLst>
            <pc:docMk/>
            <pc:sldMk cId="2029014340" sldId="267"/>
            <ac:spMk id="3" creationId="{3ED2C0C2-821C-6CBE-6DD6-AFEE4BC7C4C7}"/>
          </ac:spMkLst>
        </pc:spChg>
      </pc:sldChg>
      <pc:sldChg chg="del">
        <pc:chgData name="Павле Шаренац" userId="S::sp253068m@student.etf.bg.ac.rs::ea9105c2-3c50-454d-83e2-4c0554f2ca3d" providerId="AD" clId="Web-{B0975C63-F1F2-02A2-5C17-9ADAB4249246}" dt="2026-05-08T07:56:19.509" v="149"/>
        <pc:sldMkLst>
          <pc:docMk/>
          <pc:sldMk cId="1497987289" sldId="268"/>
        </pc:sldMkLst>
      </pc:sldChg>
      <pc:sldChg chg="modSp new">
        <pc:chgData name="Павле Шаренац" userId="S::sp253068m@student.etf.bg.ac.rs::ea9105c2-3c50-454d-83e2-4c0554f2ca3d" providerId="AD" clId="Web-{B0975C63-F1F2-02A2-5C17-9ADAB4249246}" dt="2026-05-08T10:38:05.439" v="879" actId="20577"/>
        <pc:sldMkLst>
          <pc:docMk/>
          <pc:sldMk cId="3550449772" sldId="268"/>
        </pc:sldMkLst>
        <pc:spChg chg="mod">
          <ac:chgData name="Павле Шаренац" userId="S::sp253068m@student.etf.bg.ac.rs::ea9105c2-3c50-454d-83e2-4c0554f2ca3d" providerId="AD" clId="Web-{B0975C63-F1F2-02A2-5C17-9ADAB4249246}" dt="2026-05-08T07:58:33.434" v="273" actId="20577"/>
          <ac:spMkLst>
            <pc:docMk/>
            <pc:sldMk cId="3550449772" sldId="268"/>
            <ac:spMk id="2" creationId="{78CE633D-9C1D-D687-3D7C-A01619D8D2C1}"/>
          </ac:spMkLst>
        </pc:spChg>
        <pc:spChg chg="mod">
          <ac:chgData name="Павле Шаренац" userId="S::sp253068m@student.etf.bg.ac.rs::ea9105c2-3c50-454d-83e2-4c0554f2ca3d" providerId="AD" clId="Web-{B0975C63-F1F2-02A2-5C17-9ADAB4249246}" dt="2026-05-08T10:38:05.439" v="879" actId="20577"/>
          <ac:spMkLst>
            <pc:docMk/>
            <pc:sldMk cId="3550449772" sldId="268"/>
            <ac:spMk id="3" creationId="{162ABB51-A0A8-07EC-F28C-918773338907}"/>
          </ac:spMkLst>
        </pc:spChg>
      </pc:sldChg>
      <pc:sldChg chg="modSp new">
        <pc:chgData name="Павле Шаренац" userId="S::sp253068m@student.etf.bg.ac.rs::ea9105c2-3c50-454d-83e2-4c0554f2ca3d" providerId="AD" clId="Web-{B0975C63-F1F2-02A2-5C17-9ADAB4249246}" dt="2026-05-08T10:50:53.957" v="960" actId="20577"/>
        <pc:sldMkLst>
          <pc:docMk/>
          <pc:sldMk cId="812692003" sldId="269"/>
        </pc:sldMkLst>
        <pc:spChg chg="mod">
          <ac:chgData name="Павле Шаренац" userId="S::sp253068m@student.etf.bg.ac.rs::ea9105c2-3c50-454d-83e2-4c0554f2ca3d" providerId="AD" clId="Web-{B0975C63-F1F2-02A2-5C17-9ADAB4249246}" dt="2026-05-08T08:11:05.242" v="481" actId="20577"/>
          <ac:spMkLst>
            <pc:docMk/>
            <pc:sldMk cId="812692003" sldId="269"/>
            <ac:spMk id="2" creationId="{3E48781B-3142-7C82-F42D-DE81E58F9A66}"/>
          </ac:spMkLst>
        </pc:spChg>
        <pc:spChg chg="mod">
          <ac:chgData name="Павле Шаренац" userId="S::sp253068m@student.etf.bg.ac.rs::ea9105c2-3c50-454d-83e2-4c0554f2ca3d" providerId="AD" clId="Web-{B0975C63-F1F2-02A2-5C17-9ADAB4249246}" dt="2026-05-08T10:50:53.957" v="960" actId="20577"/>
          <ac:spMkLst>
            <pc:docMk/>
            <pc:sldMk cId="812692003" sldId="269"/>
            <ac:spMk id="3" creationId="{C80C48C6-CE22-75C7-3738-B599EBCF2DC5}"/>
          </ac:spMkLst>
        </pc:spChg>
      </pc:sldChg>
      <pc:sldChg chg="del">
        <pc:chgData name="Павле Шаренац" userId="S::sp253068m@student.etf.bg.ac.rs::ea9105c2-3c50-454d-83e2-4c0554f2ca3d" providerId="AD" clId="Web-{B0975C63-F1F2-02A2-5C17-9ADAB4249246}" dt="2026-05-08T07:56:19.103" v="148"/>
        <pc:sldMkLst>
          <pc:docMk/>
          <pc:sldMk cId="3661755939" sldId="269"/>
        </pc:sldMkLst>
      </pc:sldChg>
      <pc:sldChg chg="del">
        <pc:chgData name="Павле Шаренац" userId="S::sp253068m@student.etf.bg.ac.rs::ea9105c2-3c50-454d-83e2-4c0554f2ca3d" providerId="AD" clId="Web-{B0975C63-F1F2-02A2-5C17-9ADAB4249246}" dt="2026-05-08T07:56:18.478" v="147"/>
        <pc:sldMkLst>
          <pc:docMk/>
          <pc:sldMk cId="300214415" sldId="270"/>
        </pc:sldMkLst>
      </pc:sldChg>
      <pc:sldChg chg="addSp delSp modSp new">
        <pc:chgData name="Павле Шаренац" userId="S::sp253068m@student.etf.bg.ac.rs::ea9105c2-3c50-454d-83e2-4c0554f2ca3d" providerId="AD" clId="Web-{B0975C63-F1F2-02A2-5C17-9ADAB4249246}" dt="2026-05-08T08:14:28.659" v="508" actId="20577"/>
        <pc:sldMkLst>
          <pc:docMk/>
          <pc:sldMk cId="457723172" sldId="270"/>
        </pc:sldMkLst>
        <pc:spChg chg="mod">
          <ac:chgData name="Павле Шаренац" userId="S::sp253068m@student.etf.bg.ac.rs::ea9105c2-3c50-454d-83e2-4c0554f2ca3d" providerId="AD" clId="Web-{B0975C63-F1F2-02A2-5C17-9ADAB4249246}" dt="2026-05-08T08:14:28.659" v="508" actId="20577"/>
          <ac:spMkLst>
            <pc:docMk/>
            <pc:sldMk cId="457723172" sldId="270"/>
            <ac:spMk id="2" creationId="{FD4D5E5E-2D21-9385-61E4-04BB088DA0B1}"/>
          </ac:spMkLst>
        </pc:spChg>
        <pc:spChg chg="del">
          <ac:chgData name="Павле Шаренац" userId="S::sp253068m@student.etf.bg.ac.rs::ea9105c2-3c50-454d-83e2-4c0554f2ca3d" providerId="AD" clId="Web-{B0975C63-F1F2-02A2-5C17-9ADAB4249246}" dt="2026-05-08T08:11:13.305" v="483"/>
          <ac:spMkLst>
            <pc:docMk/>
            <pc:sldMk cId="457723172" sldId="270"/>
            <ac:spMk id="3" creationId="{4F926326-9826-D198-7172-6E9C4F8ACA70}"/>
          </ac:spMkLst>
        </pc:spChg>
        <pc:picChg chg="add mod ord">
          <ac:chgData name="Павле Шаренац" userId="S::sp253068m@student.etf.bg.ac.rs::ea9105c2-3c50-454d-83e2-4c0554f2ca3d" providerId="AD" clId="Web-{B0975C63-F1F2-02A2-5C17-9ADAB4249246}" dt="2026-05-08T08:11:13.305" v="483"/>
          <ac:picMkLst>
            <pc:docMk/>
            <pc:sldMk cId="457723172" sldId="270"/>
            <ac:picMk id="4" creationId="{4D26CCE7-2E1F-196A-4E4B-D5208323FB57}"/>
          </ac:picMkLst>
        </pc:picChg>
      </pc:sldChg>
      <pc:sldChg chg="addSp delSp modSp new del mod setBg">
        <pc:chgData name="Павле Шаренац" userId="S::sp253068m@student.etf.bg.ac.rs::ea9105c2-3c50-454d-83e2-4c0554f2ca3d" providerId="AD" clId="Web-{B0975C63-F1F2-02A2-5C17-9ADAB4249246}" dt="2026-05-08T08:24:07.099" v="526"/>
        <pc:sldMkLst>
          <pc:docMk/>
          <pc:sldMk cId="866788937" sldId="271"/>
        </pc:sldMkLst>
        <pc:spChg chg="del">
          <ac:chgData name="Павле Шаренац" userId="S::sp253068m@student.etf.bg.ac.rs::ea9105c2-3c50-454d-83e2-4c0554f2ca3d" providerId="AD" clId="Web-{B0975C63-F1F2-02A2-5C17-9ADAB4249246}" dt="2026-05-08T08:20:48.634" v="511"/>
          <ac:spMkLst>
            <pc:docMk/>
            <pc:sldMk cId="866788937" sldId="271"/>
            <ac:spMk id="2" creationId="{F16D1472-51CB-9A58-7CA9-D6FBF1B327B2}"/>
          </ac:spMkLst>
        </pc:spChg>
        <pc:spChg chg="del">
          <ac:chgData name="Павле Шаренац" userId="S::sp253068m@student.etf.bg.ac.rs::ea9105c2-3c50-454d-83e2-4c0554f2ca3d" providerId="AD" clId="Web-{B0975C63-F1F2-02A2-5C17-9ADAB4249246}" dt="2026-05-08T08:20:42.633" v="510"/>
          <ac:spMkLst>
            <pc:docMk/>
            <pc:sldMk cId="866788937" sldId="271"/>
            <ac:spMk id="3" creationId="{5CA6CE54-E874-56BC-F63B-0F8589CA6330}"/>
          </ac:spMkLst>
        </pc:spChg>
        <pc:picChg chg="add mod ord">
          <ac:chgData name="Павле Шаренац" userId="S::sp253068m@student.etf.bg.ac.rs::ea9105c2-3c50-454d-83e2-4c0554f2ca3d" providerId="AD" clId="Web-{B0975C63-F1F2-02A2-5C17-9ADAB4249246}" dt="2026-05-08T08:20:48.634" v="511"/>
          <ac:picMkLst>
            <pc:docMk/>
            <pc:sldMk cId="866788937" sldId="271"/>
            <ac:picMk id="4" creationId="{F43FC4CB-652E-1F8D-6C1D-A23288ABDDE2}"/>
          </ac:picMkLst>
        </pc:picChg>
      </pc:sldChg>
      <pc:sldChg chg="del">
        <pc:chgData name="Павле Шаренац" userId="S::sp253068m@student.etf.bg.ac.rs::ea9105c2-3c50-454d-83e2-4c0554f2ca3d" providerId="AD" clId="Web-{B0975C63-F1F2-02A2-5C17-9ADAB4249246}" dt="2026-05-08T07:56:17.713" v="146"/>
        <pc:sldMkLst>
          <pc:docMk/>
          <pc:sldMk cId="3977668644" sldId="271"/>
        </pc:sldMkLst>
      </pc:sldChg>
      <pc:sldChg chg="new del">
        <pc:chgData name="Павле Шаренац" userId="S::sp253068m@student.etf.bg.ac.rs::ea9105c2-3c50-454d-83e2-4c0554f2ca3d" providerId="AD" clId="Web-{B0975C63-F1F2-02A2-5C17-9ADAB4249246}" dt="2026-05-08T08:21:17.012" v="514"/>
        <pc:sldMkLst>
          <pc:docMk/>
          <pc:sldMk cId="527603568" sldId="272"/>
        </pc:sldMkLst>
      </pc:sldChg>
      <pc:sldChg chg="del">
        <pc:chgData name="Павле Шаренац" userId="S::sp253068m@student.etf.bg.ac.rs::ea9105c2-3c50-454d-83e2-4c0554f2ca3d" providerId="AD" clId="Web-{B0975C63-F1F2-02A2-5C17-9ADAB4249246}" dt="2026-05-08T07:56:16.869" v="145"/>
        <pc:sldMkLst>
          <pc:docMk/>
          <pc:sldMk cId="3027498124" sldId="272"/>
        </pc:sldMkLst>
      </pc:sldChg>
      <pc:sldChg chg="modSp add del replId">
        <pc:chgData name="Павле Шаренац" userId="S::sp253068m@student.etf.bg.ac.rs::ea9105c2-3c50-454d-83e2-4c0554f2ca3d" providerId="AD" clId="Web-{B0975C63-F1F2-02A2-5C17-9ADAB4249246}" dt="2026-05-08T08:24:08.474" v="527"/>
        <pc:sldMkLst>
          <pc:docMk/>
          <pc:sldMk cId="2049725203" sldId="273"/>
        </pc:sldMkLst>
        <pc:picChg chg="mod">
          <ac:chgData name="Павле Шаренац" userId="S::sp253068m@student.etf.bg.ac.rs::ea9105c2-3c50-454d-83e2-4c0554f2ca3d" providerId="AD" clId="Web-{B0975C63-F1F2-02A2-5C17-9ADAB4249246}" dt="2026-05-08T08:21:34.419" v="515"/>
          <ac:picMkLst>
            <pc:docMk/>
            <pc:sldMk cId="2049725203" sldId="273"/>
            <ac:picMk id="4" creationId="{A7384574-F556-D0F4-4646-FBBAA4E38868}"/>
          </ac:picMkLst>
        </pc:picChg>
      </pc:sldChg>
      <pc:sldChg chg="modSp add del replId">
        <pc:chgData name="Павле Шаренац" userId="S::sp253068m@student.etf.bg.ac.rs::ea9105c2-3c50-454d-83e2-4c0554f2ca3d" providerId="AD" clId="Web-{B0975C63-F1F2-02A2-5C17-9ADAB4249246}" dt="2026-05-08T08:24:09.583" v="528"/>
        <pc:sldMkLst>
          <pc:docMk/>
          <pc:sldMk cId="1576588205" sldId="274"/>
        </pc:sldMkLst>
        <pc:picChg chg="mod">
          <ac:chgData name="Павле Шаренац" userId="S::sp253068m@student.etf.bg.ac.rs::ea9105c2-3c50-454d-83e2-4c0554f2ca3d" providerId="AD" clId="Web-{B0975C63-F1F2-02A2-5C17-9ADAB4249246}" dt="2026-05-08T08:21:43.561" v="517"/>
          <ac:picMkLst>
            <pc:docMk/>
            <pc:sldMk cId="1576588205" sldId="274"/>
            <ac:picMk id="4" creationId="{51727CFE-1B14-AC7C-F776-F2D586C3426D}"/>
          </ac:picMkLst>
        </pc:picChg>
      </pc:sldChg>
      <pc:sldChg chg="modSp add replId">
        <pc:chgData name="Павле Шаренац" userId="S::sp253068m@student.etf.bg.ac.rs::ea9105c2-3c50-454d-83e2-4c0554f2ca3d" providerId="AD" clId="Web-{B0975C63-F1F2-02A2-5C17-9ADAB4249246}" dt="2026-05-08T08:22:08.017" v="522"/>
        <pc:sldMkLst>
          <pc:docMk/>
          <pc:sldMk cId="2024637884" sldId="275"/>
        </pc:sldMkLst>
        <pc:picChg chg="mod">
          <ac:chgData name="Павле Шаренац" userId="S::sp253068m@student.etf.bg.ac.rs::ea9105c2-3c50-454d-83e2-4c0554f2ca3d" providerId="AD" clId="Web-{B0975C63-F1F2-02A2-5C17-9ADAB4249246}" dt="2026-05-08T08:22:08.017" v="522"/>
          <ac:picMkLst>
            <pc:docMk/>
            <pc:sldMk cId="2024637884" sldId="275"/>
            <ac:picMk id="4" creationId="{7A14A08A-32D2-9CA1-34DF-815601182BD3}"/>
          </ac:picMkLst>
        </pc:picChg>
      </pc:sldChg>
      <pc:sldChg chg="modSp add replId">
        <pc:chgData name="Павле Шаренац" userId="S::sp253068m@student.etf.bg.ac.rs::ea9105c2-3c50-454d-83e2-4c0554f2ca3d" providerId="AD" clId="Web-{B0975C63-F1F2-02A2-5C17-9ADAB4249246}" dt="2026-05-08T08:22:16.032" v="523"/>
        <pc:sldMkLst>
          <pc:docMk/>
          <pc:sldMk cId="831611160" sldId="276"/>
        </pc:sldMkLst>
        <pc:picChg chg="mod">
          <ac:chgData name="Павле Шаренац" userId="S::sp253068m@student.etf.bg.ac.rs::ea9105c2-3c50-454d-83e2-4c0554f2ca3d" providerId="AD" clId="Web-{B0975C63-F1F2-02A2-5C17-9ADAB4249246}" dt="2026-05-08T08:22:16.032" v="523"/>
          <ac:picMkLst>
            <pc:docMk/>
            <pc:sldMk cId="831611160" sldId="276"/>
            <ac:picMk id="4" creationId="{0661C341-3E5B-3640-1BF6-526CEC4E8DD7}"/>
          </ac:picMkLst>
        </pc:picChg>
      </pc:sldChg>
      <pc:sldChg chg="modSp add replId">
        <pc:chgData name="Павле Шаренац" userId="S::sp253068m@student.etf.bg.ac.rs::ea9105c2-3c50-454d-83e2-4c0554f2ca3d" providerId="AD" clId="Web-{B0975C63-F1F2-02A2-5C17-9ADAB4249246}" dt="2026-05-08T08:22:26.220" v="524"/>
        <pc:sldMkLst>
          <pc:docMk/>
          <pc:sldMk cId="309224313" sldId="277"/>
        </pc:sldMkLst>
        <pc:picChg chg="mod">
          <ac:chgData name="Павле Шаренац" userId="S::sp253068m@student.etf.bg.ac.rs::ea9105c2-3c50-454d-83e2-4c0554f2ca3d" providerId="AD" clId="Web-{B0975C63-F1F2-02A2-5C17-9ADAB4249246}" dt="2026-05-08T08:22:26.220" v="524"/>
          <ac:picMkLst>
            <pc:docMk/>
            <pc:sldMk cId="309224313" sldId="277"/>
            <ac:picMk id="4" creationId="{6EE31244-619F-5EC0-4F6E-4E9329D756AB}"/>
          </ac:picMkLst>
        </pc:picChg>
      </pc:sldChg>
      <pc:sldChg chg="modSp add replId">
        <pc:chgData name="Павле Шаренац" userId="S::sp253068m@student.etf.bg.ac.rs::ea9105c2-3c50-454d-83e2-4c0554f2ca3d" providerId="AD" clId="Web-{B0975C63-F1F2-02A2-5C17-9ADAB4249246}" dt="2026-05-08T08:22:34.064" v="525"/>
        <pc:sldMkLst>
          <pc:docMk/>
          <pc:sldMk cId="1440752158" sldId="278"/>
        </pc:sldMkLst>
        <pc:picChg chg="mod">
          <ac:chgData name="Павле Шаренац" userId="S::sp253068m@student.etf.bg.ac.rs::ea9105c2-3c50-454d-83e2-4c0554f2ca3d" providerId="AD" clId="Web-{B0975C63-F1F2-02A2-5C17-9ADAB4249246}" dt="2026-05-08T08:22:34.064" v="525"/>
          <ac:picMkLst>
            <pc:docMk/>
            <pc:sldMk cId="1440752158" sldId="278"/>
            <ac:picMk id="4" creationId="{319ECAED-7D88-5F22-1DEC-781A296F0E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21AC4-BF2B-4C9B-A2D2-762949CAC733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A5281-D0A7-4F54-8D4E-A6EF7E2B9B9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316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96FD-2220-A9AF-9A6E-327BB2DD8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B1E9-B289-202E-C339-DCF53E4CC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98BD-729A-28A9-E144-54DEA882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741BF-3D24-5F16-46B1-336D5DBA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91DB-C595-37EE-750D-5D9B0084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94052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5E27-F7F2-7745-438C-3B5397F2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F2C8-662B-D3D4-A420-A602259F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3302-F916-B8E5-374F-9FFA8A31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3BE7-752A-464B-A1DE-BA58F4C6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6CC3-220D-15C6-3FA4-D1127294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7591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50F2-484D-A0C4-4B7C-B0320AD2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C353-D1BB-38EE-C024-CAFE51BB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9F505-0F89-7BD5-CDF4-2BF4A76D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8C74-BFD3-6C7F-EC25-198BC5B4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503-DFE9-371A-C8C8-94E24F2C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3436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B204-1783-6D38-3798-57E0CC70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FEE8-EC8B-42C0-F293-A1752A4A9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BDF8B-607D-1D45-FB75-69A5B1421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992EE-52C0-AA6B-505E-9635C5CA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53AFE-3239-C915-1F8D-61590717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6B1A4-DFD0-4910-92F8-FA5A26F9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7435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D95B-1580-22A3-3005-C0AEE001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ADDF-71BB-3D9E-BB4C-3EBBDA362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EC8FB-E877-2DC1-BFF8-5FD780C3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B173A-356C-FA82-E05D-F484EB49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3BF9F-9146-D780-F51B-6BEF1676C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917F8-7B0B-64FD-B95F-5E194A11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FEFF4-0A8B-BFD2-53D1-963D9574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4D99F-2560-830D-DF70-4A2F221D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530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E01A-7505-FA6C-3EC6-9B7C2CD8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EABEE-D397-B64C-0DB3-C3BC2837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03B44-4937-72DD-4819-283A7915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F4E3D-4E3D-8687-ADFF-93722794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4187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FB1F-16F9-D5E2-C908-BB4BA2F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EA399-A109-B1D5-D14C-C4426183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8D0E3-E388-6C42-248E-C25B8754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2758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576B-C0A7-1DD3-14C9-C6B156A6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E222-830E-5A62-AA27-9FA83B9F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3700E-520A-52AB-3708-BF5C48F0C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F1536-73AB-D5D1-FAD2-D2F9D828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5162-68FC-8FAE-3CFE-99AB88BF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FDFE8-81C0-0315-AFEC-D32D2D9E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1156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39F4-C9C3-673B-F968-5A35B1A3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E8A47-10E4-E181-5307-6508574FE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CF5C-A8E3-1C01-1EEB-4DD38733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0CCC-7B81-7A59-DEA2-A3A2F33B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D3873-B7DA-FD4A-2B8C-90A677AC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F689C-F2B5-8E55-78B4-7E73076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8410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1E17-985B-A41A-69D8-5B928FC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D1297-8FDA-404B-0A04-B7F0D6680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8EDE9-5F2E-1609-C176-5A0510A9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E731-0BEA-516A-20AE-397A8238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0DDE-72E0-B28E-ABFC-3CC57C4F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4989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E1778-6CFD-1A85-AE10-DBF26B652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D2807-755B-9A56-B12F-1C604DDE1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5FB12-D0F3-54E2-AC05-2991E574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DF92-26FC-B00C-A594-DCA725CA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63B6-5718-0581-1713-3D8ED20A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027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26016-E870-2DD6-A253-E6F23C0A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8ECB4-01D0-FF16-247C-675AB959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6C68-FE30-6A99-EA7C-E0886C8B1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4230-7A6E-60E5-1171-705D141A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41F5-F8E8-43A9-F0EB-F104B4BA8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2188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D3FEAF-AA2B-EBFD-8768-534DD9C17FD9}"/>
              </a:ext>
            </a:extLst>
          </p:cNvPr>
          <p:cNvSpPr>
            <a:spLocks noGrp="1"/>
          </p:cNvSpPr>
          <p:nvPr/>
        </p:nvSpPr>
        <p:spPr>
          <a:xfrm>
            <a:off x="1524000" y="136128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Множење </a:t>
            </a:r>
            <a:r>
              <a:rPr lang="en-US" dirty="0" err="1"/>
              <a:t>матрица</a:t>
            </a:r>
            <a:r>
              <a:rPr lang="en-US" dirty="0"/>
              <a:t> - Control Flow Manycore </a:t>
            </a:r>
            <a:r>
              <a:rPr lang="en-US" dirty="0" err="1"/>
              <a:t>парадигма</a:t>
            </a:r>
            <a:r>
              <a:rPr lang="en-US" dirty="0"/>
              <a:t>, Si </a:t>
            </a:r>
            <a:r>
              <a:rPr lang="en-US" dirty="0" err="1"/>
              <a:t>имплементациона</a:t>
            </a:r>
            <a:r>
              <a:rPr lang="en-US" dirty="0"/>
              <a:t> </a:t>
            </a:r>
            <a:r>
              <a:rPr lang="en-US" dirty="0" err="1"/>
              <a:t>технологија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73F3153-E809-8BC8-F35C-CD774FF90276}"/>
              </a:ext>
            </a:extLst>
          </p:cNvPr>
          <p:cNvSpPr>
            <a:spLocks noGrp="1"/>
          </p:cNvSpPr>
          <p:nvPr/>
        </p:nvSpPr>
        <p:spPr>
          <a:xfrm>
            <a:off x="1524000" y="384095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br>
              <a:rPr lang="en-US" sz="2800" dirty="0"/>
            </a:br>
            <a:r>
              <a:rPr lang="en-US" sz="2800" dirty="0"/>
              <a:t>Електротехнички </a:t>
            </a:r>
            <a:r>
              <a:rPr lang="en-US" sz="2800" dirty="0" err="1"/>
              <a:t>факултет</a:t>
            </a:r>
            <a:r>
              <a:rPr lang="en-US" sz="2800" dirty="0"/>
              <a:t>, </a:t>
            </a:r>
            <a:r>
              <a:rPr lang="en-US" sz="2800" dirty="0" err="1"/>
              <a:t>Универзитет</a:t>
            </a:r>
            <a:r>
              <a:rPr lang="en-US" sz="2800" dirty="0"/>
              <a:t> у </a:t>
            </a:r>
            <a:r>
              <a:rPr lang="en-US" sz="2800" dirty="0" err="1"/>
              <a:t>Београду</a:t>
            </a:r>
            <a:br>
              <a:rPr lang="en-US" dirty="0"/>
            </a:br>
            <a:r>
              <a:rPr lang="sr-Latn-RS" dirty="0"/>
              <a:t>Никола Николић 2025/3109</a:t>
            </a:r>
            <a:endParaRPr lang="en-US" sz="2800" dirty="0"/>
          </a:p>
          <a:p>
            <a:pPr lvl="1"/>
            <a:r>
              <a:rPr lang="en-US" dirty="0" err="1"/>
              <a:t>Павле</a:t>
            </a:r>
            <a:r>
              <a:rPr lang="en-US" dirty="0"/>
              <a:t> </a:t>
            </a:r>
            <a:r>
              <a:rPr lang="en-US" dirty="0" err="1"/>
              <a:t>Шаренац</a:t>
            </a:r>
            <a:r>
              <a:rPr lang="sr-Latn-RS" dirty="0"/>
              <a:t> 2025/3068</a:t>
            </a:r>
          </a:p>
        </p:txBody>
      </p:sp>
    </p:spTree>
    <p:extLst>
      <p:ext uri="{BB962C8B-B14F-4D97-AF65-F5344CB8AC3E}">
        <p14:creationId xmlns:p14="http://schemas.microsoft.com/office/powerpoint/2010/main" val="39895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30A4-40E8-4746-536A-17978E9D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Manycore </a:t>
            </a:r>
            <a:r>
              <a:rPr lang="en-US" dirty="0" err="1"/>
              <a:t>парадигма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C0C2-821C-6CBE-6DD6-AFEE4BC7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/>
              <a:t>Control Flow Multicore</a:t>
            </a:r>
            <a:r>
              <a:rPr lang="en-US" dirty="0"/>
              <a:t> – 4-32 </a:t>
            </a:r>
            <a:r>
              <a:rPr lang="en-US" dirty="0" err="1"/>
              <a:t>моћна</a:t>
            </a:r>
            <a:r>
              <a:rPr lang="en-US" dirty="0"/>
              <a:t> </a:t>
            </a:r>
            <a:r>
              <a:rPr lang="en-US" dirty="0" err="1"/>
              <a:t>језгра</a:t>
            </a:r>
            <a:r>
              <a:rPr lang="en-US" dirty="0"/>
              <a:t> </a:t>
            </a:r>
            <a:r>
              <a:rPr lang="en-US" dirty="0" err="1"/>
              <a:t>опште</a:t>
            </a:r>
            <a:r>
              <a:rPr lang="en-US" dirty="0"/>
              <a:t> </a:t>
            </a:r>
            <a:r>
              <a:rPr lang="en-US" dirty="0" err="1"/>
              <a:t>намене</a:t>
            </a:r>
            <a:endParaRPr lang="en-US" dirty="0"/>
          </a:p>
          <a:p>
            <a:r>
              <a:rPr lang="en-US" i="1" dirty="0"/>
              <a:t>Control Flow Manycore</a:t>
            </a:r>
            <a:r>
              <a:rPr lang="en-US" dirty="0"/>
              <a:t> – </a:t>
            </a:r>
            <a:r>
              <a:rPr lang="en-US" dirty="0" err="1"/>
              <a:t>хиљаде</a:t>
            </a:r>
            <a:r>
              <a:rPr lang="en-US" dirty="0"/>
              <a:t> </a:t>
            </a:r>
            <a:r>
              <a:rPr lang="en-US" dirty="0" err="1"/>
              <a:t>слабијих</a:t>
            </a:r>
            <a:r>
              <a:rPr lang="en-US" dirty="0"/>
              <a:t> </a:t>
            </a:r>
            <a:r>
              <a:rPr lang="en-US" dirty="0" err="1"/>
              <a:t>језгара</a:t>
            </a:r>
          </a:p>
          <a:p>
            <a:r>
              <a:rPr lang="en-US" dirty="0"/>
              <a:t>Циљ </a:t>
            </a:r>
            <a:r>
              <a:rPr lang="en-US" dirty="0" err="1"/>
              <a:t>није</a:t>
            </a:r>
            <a:r>
              <a:rPr lang="en-US" dirty="0"/>
              <a:t> </a:t>
            </a:r>
            <a:r>
              <a:rPr lang="en-US" dirty="0" err="1"/>
              <a:t>општа</a:t>
            </a:r>
            <a:r>
              <a:rPr lang="en-US" dirty="0"/>
              <a:t> </a:t>
            </a:r>
            <a:r>
              <a:rPr lang="en-US" dirty="0" err="1"/>
              <a:t>намена</a:t>
            </a:r>
            <a:r>
              <a:rPr lang="en-US" dirty="0"/>
              <a:t>, </a:t>
            </a:r>
            <a:r>
              <a:rPr lang="en-US" dirty="0" err="1"/>
              <a:t>већ</a:t>
            </a:r>
            <a:r>
              <a:rPr lang="en-US" dirty="0"/>
              <a:t> </a:t>
            </a:r>
            <a:r>
              <a:rPr lang="en-US" dirty="0" err="1"/>
              <a:t>масовна</a:t>
            </a:r>
            <a:r>
              <a:rPr lang="en-US" dirty="0"/>
              <a:t> </a:t>
            </a:r>
            <a:r>
              <a:rPr lang="en-US" dirty="0" err="1"/>
              <a:t>паралелизација</a:t>
            </a:r>
            <a:r>
              <a:rPr lang="en-US" dirty="0"/>
              <a:t> </a:t>
            </a:r>
            <a:r>
              <a:rPr lang="en-US" dirty="0" err="1"/>
              <a:t>обраде</a:t>
            </a:r>
            <a:r>
              <a:rPr lang="en-US" dirty="0"/>
              <a:t> </a:t>
            </a:r>
            <a:r>
              <a:rPr lang="en-US" dirty="0" err="1"/>
              <a:t>велике</a:t>
            </a:r>
            <a:r>
              <a:rPr lang="en-US" dirty="0"/>
              <a:t> </a:t>
            </a:r>
            <a:r>
              <a:rPr lang="en-US" dirty="0" err="1"/>
              <a:t>количине</a:t>
            </a:r>
            <a:r>
              <a:rPr lang="en-US" dirty="0"/>
              <a:t> </a:t>
            </a:r>
            <a:r>
              <a:rPr lang="en-US" dirty="0" err="1"/>
              <a:t>података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1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633D-9C1D-D687-3D7C-A01619D8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NVIDIA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BB51-A0A8-07EC-F28C-91877333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NVIDIA GPU (</a:t>
            </a:r>
            <a:r>
              <a:rPr lang="en-US" i="1" dirty="0"/>
              <a:t>Graphical Processing Unit</a:t>
            </a:r>
            <a:r>
              <a:rPr lang="en-US" dirty="0"/>
              <a:t>) </a:t>
            </a:r>
            <a:r>
              <a:rPr lang="en-US" dirty="0" err="1"/>
              <a:t>је</a:t>
            </a:r>
            <a:r>
              <a:rPr lang="en-US" dirty="0"/>
              <a:t> </a:t>
            </a:r>
            <a:r>
              <a:rPr lang="en-US" dirty="0" err="1"/>
              <a:t>одличан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хардвера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користи</a:t>
            </a:r>
            <a:r>
              <a:rPr lang="en-US" dirty="0"/>
              <a:t> manycore </a:t>
            </a:r>
            <a:r>
              <a:rPr lang="en-US" dirty="0" err="1"/>
              <a:t>парадигму</a:t>
            </a:r>
          </a:p>
          <a:p>
            <a:r>
              <a:rPr lang="en-US" dirty="0" err="1"/>
              <a:t>Хиљаде</a:t>
            </a:r>
            <a:r>
              <a:rPr lang="en-US" dirty="0"/>
              <a:t> CUDA </a:t>
            </a:r>
            <a:r>
              <a:rPr lang="en-US" dirty="0" err="1"/>
              <a:t>језгара</a:t>
            </a:r>
            <a:r>
              <a:rPr lang="en-US" dirty="0"/>
              <a:t> </a:t>
            </a:r>
            <a:r>
              <a:rPr lang="en-US" dirty="0" err="1"/>
              <a:t>груписаних</a:t>
            </a:r>
            <a:r>
              <a:rPr lang="en-US" dirty="0"/>
              <a:t> у SM (</a:t>
            </a:r>
            <a:r>
              <a:rPr lang="en-US" i="1" dirty="0"/>
              <a:t>Streaming Multiprocessors)</a:t>
            </a:r>
            <a:endParaRPr lang="en-US" dirty="0"/>
          </a:p>
          <a:p>
            <a:r>
              <a:rPr lang="en-US" dirty="0"/>
              <a:t>SIMT (</a:t>
            </a:r>
            <a:r>
              <a:rPr lang="en-US" i="1" dirty="0"/>
              <a:t>Single Instruction Multiple Threads</a:t>
            </a:r>
            <a:r>
              <a:rPr lang="en-US" dirty="0"/>
              <a:t>) </a:t>
            </a:r>
            <a:r>
              <a:rPr lang="en-US" dirty="0" err="1"/>
              <a:t>извршавање</a:t>
            </a:r>
          </a:p>
          <a:p>
            <a:r>
              <a:rPr lang="en-US" dirty="0"/>
              <a:t>SM-</a:t>
            </a:r>
            <a:r>
              <a:rPr lang="en-US" dirty="0" err="1"/>
              <a:t>ови</a:t>
            </a:r>
            <a:r>
              <a:rPr lang="en-US" dirty="0"/>
              <a:t> </a:t>
            </a:r>
            <a:r>
              <a:rPr lang="en-US" dirty="0" err="1"/>
              <a:t>извршавају</a:t>
            </a:r>
            <a:r>
              <a:rPr lang="en-US" dirty="0"/>
              <a:t> </a:t>
            </a:r>
            <a:r>
              <a:rPr lang="en-US" dirty="0" err="1"/>
              <a:t>истовремено</a:t>
            </a:r>
            <a:r>
              <a:rPr lang="en-US" dirty="0"/>
              <a:t> </a:t>
            </a:r>
            <a:r>
              <a:rPr lang="en-US" dirty="0" err="1"/>
              <a:t>велики</a:t>
            </a:r>
            <a:r>
              <a:rPr lang="en-US" dirty="0"/>
              <a:t> </a:t>
            </a:r>
            <a:r>
              <a:rPr lang="en-US" dirty="0" err="1"/>
              <a:t>број</a:t>
            </a:r>
            <a:r>
              <a:rPr lang="en-US" dirty="0"/>
              <a:t> </a:t>
            </a:r>
            <a:r>
              <a:rPr lang="en-US" i="1" dirty="0"/>
              <a:t>warp</a:t>
            </a:r>
            <a:r>
              <a:rPr lang="en-US" dirty="0"/>
              <a:t>-</a:t>
            </a:r>
            <a:r>
              <a:rPr lang="en-US" dirty="0" err="1"/>
              <a:t>ова</a:t>
            </a:r>
            <a:r>
              <a:rPr lang="en-US" dirty="0"/>
              <a:t> </a:t>
            </a:r>
            <a:r>
              <a:rPr lang="en-US" dirty="0" err="1"/>
              <a:t>нити</a:t>
            </a:r>
            <a:r>
              <a:rPr lang="en-US" dirty="0"/>
              <a:t>, </a:t>
            </a:r>
            <a:r>
              <a:rPr lang="en-US" dirty="0" err="1"/>
              <a:t>односно</a:t>
            </a:r>
            <a:r>
              <a:rPr lang="en-US" dirty="0"/>
              <a:t> </a:t>
            </a:r>
            <a:r>
              <a:rPr lang="en-US" dirty="0" err="1"/>
              <a:t>групе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32 </a:t>
            </a:r>
            <a:r>
              <a:rPr lang="en-US" dirty="0" err="1"/>
              <a:t>нити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49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781B-3142-7C82-F42D-DE81E58F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dirty="0" err="1"/>
              <a:t>програмски</a:t>
            </a:r>
            <a:r>
              <a:rPr lang="en-US" dirty="0"/>
              <a:t> </a:t>
            </a:r>
            <a:r>
              <a:rPr lang="en-US" dirty="0" err="1"/>
              <a:t>модел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48C6-CE22-75C7-3738-B599EBCF2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 err="1">
                <a:ea typeface="+mn-lt"/>
                <a:cs typeface="+mn-lt"/>
              </a:rPr>
              <a:t>Постоје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Host</a:t>
            </a:r>
            <a:r>
              <a:rPr lang="en-US" dirty="0">
                <a:ea typeface="+mn-lt"/>
                <a:cs typeface="+mn-lt"/>
              </a:rPr>
              <a:t> (CPU) и </a:t>
            </a:r>
            <a:r>
              <a:rPr lang="en-US" i="1" dirty="0">
                <a:ea typeface="+mn-lt"/>
                <a:cs typeface="+mn-lt"/>
              </a:rPr>
              <a:t>Device </a:t>
            </a:r>
            <a:r>
              <a:rPr lang="en-US" dirty="0">
                <a:ea typeface="+mn-lt"/>
                <a:cs typeface="+mn-lt"/>
              </a:rPr>
              <a:t>(GPU) </a:t>
            </a:r>
            <a:r>
              <a:rPr lang="en-US" dirty="0" err="1">
                <a:ea typeface="+mn-lt"/>
                <a:cs typeface="+mn-lt"/>
              </a:rPr>
              <a:t>одвојени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меморијски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простори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Трансфер </a:t>
            </a:r>
            <a:r>
              <a:rPr lang="en-US" dirty="0" err="1">
                <a:ea typeface="+mn-lt"/>
                <a:cs typeface="+mn-lt"/>
              </a:rPr>
              <a:t>података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са</a:t>
            </a:r>
            <a:r>
              <a:rPr lang="en-US" dirty="0">
                <a:ea typeface="+mn-lt"/>
                <a:cs typeface="+mn-lt"/>
              </a:rPr>
              <a:t> CPU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GPU </a:t>
            </a:r>
            <a:r>
              <a:rPr lang="en-US" dirty="0" err="1">
                <a:ea typeface="+mn-lt"/>
                <a:cs typeface="+mn-lt"/>
              </a:rPr>
              <a:t>је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неопходан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 err="1">
                <a:ea typeface="+mn-lt"/>
                <a:cs typeface="+mn-lt"/>
              </a:rPr>
              <a:t>спорија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операција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приметна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мањим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проблемима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већим</a:t>
            </a:r>
            <a:endParaRPr lang="en-US" dirty="0">
              <a:ea typeface="+mn-lt"/>
              <a:cs typeface="+mn-lt"/>
            </a:endParaRPr>
          </a:p>
          <a:p>
            <a:r>
              <a:rPr lang="en-US" dirty="0"/>
              <a:t>Хијерархија </a:t>
            </a:r>
            <a:r>
              <a:rPr lang="en-US" dirty="0" err="1"/>
              <a:t>нити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GPU: </a:t>
            </a:r>
            <a:r>
              <a:rPr lang="en-US" i="1" dirty="0"/>
              <a:t>Grid </a:t>
            </a:r>
            <a:r>
              <a:rPr lang="en-US" dirty="0"/>
              <a:t>→ </a:t>
            </a:r>
            <a:r>
              <a:rPr lang="en-US" i="1" dirty="0"/>
              <a:t>Block </a:t>
            </a:r>
            <a:r>
              <a:rPr lang="en-US" dirty="0"/>
              <a:t>→ </a:t>
            </a:r>
            <a:r>
              <a:rPr lang="en-US" i="1" dirty="0"/>
              <a:t>Thread</a:t>
            </a:r>
          </a:p>
          <a:p>
            <a:r>
              <a:rPr lang="en-US" dirty="0" err="1">
                <a:ea typeface="+mn-lt"/>
                <a:cs typeface="+mn-lt"/>
              </a:rPr>
              <a:t>Меморијска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хијерархија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глобална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меморија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споро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~400 </a:t>
            </a:r>
            <a:r>
              <a:rPr lang="en-US" dirty="0" err="1">
                <a:ea typeface="+mn-lt"/>
                <a:cs typeface="+mn-lt"/>
              </a:rPr>
              <a:t>циклуса</a:t>
            </a:r>
            <a:r>
              <a:rPr lang="en-US" dirty="0">
                <a:ea typeface="+mn-lt"/>
                <a:cs typeface="+mn-lt"/>
              </a:rPr>
              <a:t>) → </a:t>
            </a:r>
            <a:r>
              <a:rPr lang="en-US" dirty="0" err="1">
                <a:ea typeface="+mn-lt"/>
                <a:cs typeface="+mn-lt"/>
              </a:rPr>
              <a:t>дељена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меморија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брзо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~5 </a:t>
            </a:r>
            <a:r>
              <a:rPr lang="en-US" dirty="0" err="1">
                <a:ea typeface="+mn-lt"/>
                <a:cs typeface="+mn-lt"/>
              </a:rPr>
              <a:t>циклуса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приватна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блоку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) → </a:t>
            </a:r>
            <a:r>
              <a:rPr lang="en-US" dirty="0" err="1">
                <a:ea typeface="+mn-lt"/>
                <a:cs typeface="+mn-lt"/>
              </a:rPr>
              <a:t>регистри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најбрже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приватни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сваку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r>
              <a:rPr lang="en-US" dirty="0"/>
              <a:t>Кернел </a:t>
            </a:r>
            <a:r>
              <a:rPr lang="en-US" dirty="0" err="1"/>
              <a:t>функција</a:t>
            </a:r>
            <a:r>
              <a:rPr lang="en-US" dirty="0"/>
              <a:t> (__</a:t>
            </a:r>
            <a:r>
              <a:rPr lang="en-US" b="1" dirty="0">
                <a:ea typeface="+mn-lt"/>
                <a:cs typeface="+mn-lt"/>
              </a:rPr>
              <a:t>global__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дефинише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задатак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једне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, а GPU </a:t>
            </a:r>
            <a:r>
              <a:rPr lang="en-US" dirty="0" err="1">
                <a:ea typeface="+mn-lt"/>
                <a:cs typeface="+mn-lt"/>
              </a:rPr>
              <a:t>извршава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ову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функцију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хиљадама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 у </a:t>
            </a:r>
            <a:r>
              <a:rPr lang="en-US" dirty="0" err="1">
                <a:ea typeface="+mn-lt"/>
                <a:cs typeface="+mn-lt"/>
              </a:rPr>
              <a:t>паралели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69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5E-2D21-9385-61E4-04BB088D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Множење </a:t>
            </a:r>
            <a:r>
              <a:rPr lang="en-US" err="1"/>
              <a:t>матрица</a:t>
            </a:r>
            <a:r>
              <a:rPr lang="en-US" dirty="0"/>
              <a:t> - CUDA </a:t>
            </a:r>
            <a:r>
              <a:rPr lang="en-US" err="1"/>
              <a:t>кернел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26CCE7-2E1F-196A-4E4B-D5208323F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217" y="1825625"/>
            <a:ext cx="82115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2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5FD55-0499-73B6-7AB4-DAD13904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7A14A08A-32D2-9CA1-34DF-815601182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3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3481A-7C8D-41F4-5DA1-0E617A46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0661C341-3E5B-3640-1BF6-526CEC4E8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1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6D473-5ED0-1A17-DAFA-1A979490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6EE31244-619F-5EC0-4F6E-4E9329D75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F3F5F-83F8-EF50-E5B9-57F059DF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19ECAED-7D88-5F22-1DEC-781A296F0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5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462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Control Flow Manycore парадигма</vt:lpstr>
      <vt:lpstr>NVIDIA GPU</vt:lpstr>
      <vt:lpstr>CUDA програмски модел</vt:lpstr>
      <vt:lpstr>Множење матрица - CUDA кернел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 Николић</dc:creator>
  <cp:lastModifiedBy>Никола Николић</cp:lastModifiedBy>
  <cp:revision>403</cp:revision>
  <dcterms:created xsi:type="dcterms:W3CDTF">2026-05-07T09:48:56Z</dcterms:created>
  <dcterms:modified xsi:type="dcterms:W3CDTF">2026-05-08T10:50:54Z</dcterms:modified>
</cp:coreProperties>
</file>